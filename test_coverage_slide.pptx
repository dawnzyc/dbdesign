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Quality Assurance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Integration Test Coverage Improvement / CI Quality Gate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903720" y="292608"/>
            <a:ext cx="1783080" cy="457200"/>
          </a:xfrm>
          <a:prstGeom prst="rect">
            <a:avLst/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03720" y="2926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215 tests passing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9748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73152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898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6916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-&gt;   </a:t>
            </a:r>
            <a:pPr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23957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tests -&gt; full coverage suite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280160"/>
            <a:ext cx="269748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280160"/>
            <a:ext cx="73152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3898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COVERAGE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16916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24.3%</a:t>
            </a: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-&gt;   </a:t>
            </a:r>
            <a:pPr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20440" y="23957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business modules &gt; 90%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280160"/>
            <a:ext cx="269748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280160"/>
            <a:ext cx="73152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3898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SONARCLOUD TREND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16916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pPr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+81.7</a:t>
            </a:r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55080" y="23957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coverage vs 30 days ago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429768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971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MODULE-LEVEL COVERAGE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3291840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value_cleaner.py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80360" y="329184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20440" y="3291840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49040" y="3291840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" y="3502152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ecotea_writer.py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880360" y="350215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20440" y="3502152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49040" y="3502152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" y="3712464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vt_sg_pri.py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880360" y="371246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520440" y="3712464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749040" y="3712464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" y="3922776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engine.py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880360" y="392277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520440" y="3922776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749040" y="3922776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5800" y="4133088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routers/browse.py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880360" y="413308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520440" y="4133088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749040" y="4133088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85800" y="4343400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excel_importer.py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880360" y="434340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520440" y="4343400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749040" y="4343400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892040" y="2880360"/>
            <a:ext cx="379476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4892040" y="32461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892040" y="37033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SonarCloud Overview -- Coverage 52.7%  (+81.7% vs last 30 days)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74920" y="40690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Suggested: SonarCloud &gt; Overview page,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health dashboard (Quality Gate / Issues / Duplications / Coverage)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9011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Tooling: </a:t>
            </a:r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 ·  pytest-cov  ·  ruff  ·  GitHub Actions  ·  SonarCloud  </a:t>
            </a:r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layer: </a:t>
            </a:r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(unit) + PostgreSQL 17 (CI integration)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 &amp; Quality Assurance</dc:title>
  <dc:subject>PptxGenJS Presentation</dc:subject>
  <dc:creator>PptxGenJS</dc:creator>
  <cp:lastModifiedBy>PptxGenJS</cp:lastModifiedBy>
  <cp:revision>1</cp:revision>
  <dcterms:created xsi:type="dcterms:W3CDTF">2026-05-13T14:38:47Z</dcterms:created>
  <dcterms:modified xsi:type="dcterms:W3CDTF">2026-05-13T14:38:47Z</dcterms:modified>
</cp:coreProperties>
</file>