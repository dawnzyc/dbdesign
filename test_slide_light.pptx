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categories  ·  Technology stack  ·  Coverage 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993392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4904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96312" y="1097280"/>
            <a:ext cx="1993392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113385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96312" y="14904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81144" y="1097280"/>
            <a:ext cx="1993392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113385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14904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COVERAGE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65976" y="1097280"/>
            <a:ext cx="1993392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65976" y="113385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65976" y="14904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RUNTIME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1920240"/>
            <a:ext cx="493776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066544"/>
            <a:ext cx="384048" cy="384048"/>
          </a:xfrm>
          <a:prstGeom prst="ellipse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 Unit Tests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22860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value_cleaner, parsers, share splitters  ·  91 cases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670048"/>
            <a:ext cx="493776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16352"/>
            <a:ext cx="384048" cy="384048"/>
          </a:xfrm>
          <a:prstGeom prst="ellipse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27614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Logic Tests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30358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VT_SG_PRI / VT_SG_PWR / Excel writer with mock DataFrames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3419856"/>
            <a:ext cx="493776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CFFAFE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35112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HTTP Layer Tests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37856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TestClient against /convert, /imports, /browse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4169664"/>
            <a:ext cx="493776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315968"/>
            <a:ext cx="384048" cy="384048"/>
          </a:xfrm>
          <a:prstGeom prst="ellipse">
            <a:avLst/>
          </a:prstGeom>
          <a:solidFill>
            <a:srgbClr val="FCE7F3"/>
          </a:solidFill>
          <a:ln w="1524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1560" y="42611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/ E2E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51560" y="45354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import pipeline → SQLite (unit)  +  PostgreSQL 17 (CI)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32120" y="1920240"/>
            <a:ext cx="315468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96712" y="201168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96712" y="2286000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75120" y="2286000"/>
            <a:ext cx="1847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pytest-cov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96712" y="2459736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75120" y="2459736"/>
            <a:ext cx="1847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TestClient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96712" y="2633472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675120" y="2633472"/>
            <a:ext cx="1847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PostgreSQL 17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96712" y="2807208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Excel/Data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675120" y="2807208"/>
            <a:ext cx="1847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+ pandas + numpy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96712" y="298094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75120" y="2980944"/>
            <a:ext cx="1847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unittest.mock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696712" y="3154680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Quality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675120" y="3154680"/>
            <a:ext cx="1847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SonarCloud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32120" y="3456432"/>
            <a:ext cx="3154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553212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69280" y="402336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screenshots: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669280" y="42336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--cov output  /  GitHub Actions green checks  /  SonarCloud Overview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11480" y="4846320"/>
            <a:ext cx="8275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892040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 coverage: </a:t>
            </a:r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value_cleaner 96%  ·  ecotea_writer 97%  ·  vt_sg_pri 93%  ·  engine 85%  ·  routers/browse 91%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Testing</dc:title>
  <dc:subject>PptxGenJS Presentation</dc:subject>
  <dc:creator>PptxGenJS</dc:creator>
  <cp:lastModifiedBy>PptxGenJS</cp:lastModifiedBy>
  <cp:revision>1</cp:revision>
  <dcterms:created xsi:type="dcterms:W3CDTF">2026-05-13T14:50:36Z</dcterms:created>
  <dcterms:modified xsi:type="dcterms:W3CDTF">2026-05-13T14:50:36Z</dcterms:modified>
</cp:coreProperties>
</file>